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3200400"/>
            <a:ext cx="731520" cy="73152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3657600"/>
            <a:ext cx="457200" cy="457200"/>
          </a:xfrm>
          <a:prstGeom prst="ellipse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3748"/>
                </a:solidFill>
                <a:latin typeface="Microsoft YaHei"/>
              </a:defRPr>
            </a:pPr>
            <a:r>
              <a:t>🍜 南宁美食推荐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18096"/>
                </a:solidFill>
                <a:latin typeface="Microsoft YaHei"/>
              </a:defRPr>
            </a:pPr>
            <a:r>
              <a:t>舌尖上的绿城 · 美食指南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017520"/>
            <a:ext cx="1828800" cy="27432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282"/>
                </a:solidFill>
                <a:latin typeface="Microsoft YaHei"/>
              </a:defRPr>
            </a:pPr>
            <a:r>
              <a:t>AI辅助全栈开发 · 从零到上线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Microsoft YaHei"/>
              </a:defRPr>
            </a:pPr>
            <a:r>
              <a:t>liuclick.github.io/nanning-food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297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8096"/>
                </a:solidFill>
                <a:latin typeface="Microsoft YaHei"/>
              </a:defRPr>
            </a:pPr>
            <a:r>
              <a:t>2026年6月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3748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1143000"/>
            <a:ext cx="1280160" cy="27432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Microsoft YaHei"/>
              </a:defRPr>
            </a:pPr>
            <a:r>
              <a:t>C O N T E N T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560320" cy="10972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182C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468880"/>
            <a:ext cx="10972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项目背景与核心目标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011680"/>
            <a:ext cx="2560320" cy="10972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182C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美食内容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40" y="2468880"/>
            <a:ext cx="10972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12道美食 · 5大分类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2560320" cy="10972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182C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功能特色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2468880"/>
            <a:ext cx="10972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搜索/筛选/弹窗/路线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83280"/>
            <a:ext cx="2560320" cy="10972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182C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3840480"/>
            <a:ext cx="10972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视觉风格与交互体验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383280"/>
            <a:ext cx="2560320" cy="10972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182C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4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40" y="3840480"/>
            <a:ext cx="10972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GitHub Pages 永久托管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383280"/>
            <a:ext cx="2560320" cy="10972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182CE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3840480"/>
            <a:ext cx="10972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AI协作过程回顾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91440"/>
            <a:ext cx="320040" cy="320040"/>
          </a:xfrm>
          <a:prstGeom prst="ellipse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南宁美食推荐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60" y="384048"/>
            <a:ext cx="640080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美食内容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功能特色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Microsoft YaHei"/>
              </a:defRPr>
            </a:pPr>
            <a:r>
              <a:t>▶ 项目概述 · 背景与目标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2560320" cy="20116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Microsoft YaHei"/>
              </a:defRPr>
            </a:pPr>
            <a:r>
              <a:t>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信息碎片化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南宁美食信息分散在各平台，游客难以快速找到靠谱的本地美食推荐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1188720"/>
            <a:ext cx="2560320" cy="20116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Microsoft YaHei"/>
              </a:defRPr>
            </a:pPr>
            <a:r>
              <a:t>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缺乏整合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没有一个平台将南宁美食按分类、辣度、价格、位置进行系统化整理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188720"/>
            <a:ext cx="2560320" cy="20116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Microsoft YaHei"/>
              </a:defRPr>
            </a:pPr>
            <a:r>
              <a:t>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核心洞察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打造一个简洁美观的南宁美食指南网站，一站式解决游客和本地人的觅食需求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29000"/>
            <a:ext cx="5943600" cy="7772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5204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南宁拥有丰富的美食文化，老友粉、柠檬鸭、酸嘢等特色美食享誉全国。但市面上缺少一个专门面向南宁美食的、美观实用的在线指南。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0256" y="3291840"/>
            <a:ext cx="2066543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3291840"/>
            <a:ext cx="188366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Microsoft YaHei"/>
              </a:defRPr>
            </a:pPr>
            <a:r>
              <a:t>💡 核心目标</a:t>
            </a:r>
          </a:p>
          <a:p>
            <a:pPr algn="l">
              <a:defRPr sz="1100" b="1">
                <a:solidFill>
                  <a:srgbClr val="3182CE"/>
                </a:solidFill>
                <a:latin typeface="Microsoft YaHei"/>
              </a:defRPr>
            </a:pPr>
            <a:r>
              <a:t>收录12道美食</a:t>
            </a:r>
          </a:p>
          <a:p>
            <a:pPr algn="l">
              <a:defRPr sz="1100" b="1">
                <a:solidFill>
                  <a:srgbClr val="3182CE"/>
                </a:solidFill>
                <a:latin typeface="Microsoft YaHei"/>
              </a:defRPr>
            </a:pPr>
            <a:r>
              <a:t>永久免费在线访问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91440"/>
            <a:ext cx="320040" cy="320040"/>
          </a:xfrm>
          <a:prstGeom prst="ellipse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南宁美食推荐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60" y="384048"/>
            <a:ext cx="640080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美食内容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功能特色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Microsoft YaHei"/>
              </a:defRPr>
            </a:pPr>
            <a:r>
              <a:t>▶ 项目概述 · 技术栈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325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🟠 HTML5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783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页面结构</a:t>
            </a:r>
            <a:br/>
            <a:r>
              <a:t>语义化标签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11887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1325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🔵 CSS3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783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渐变/动画/Grid</a:t>
            </a:r>
            <a:br/>
            <a:r>
              <a:t>响应式布局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1887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325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🟡 JavaScript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783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数据渲染</a:t>
            </a:r>
            <a:br/>
            <a:r>
              <a:t>交互逻辑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0175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1546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⚫ Git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520439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6118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版本控制</a:t>
            </a:r>
            <a:br/>
            <a:r>
              <a:t>代码管理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30175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31546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⬛ GitHub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3520439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36118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代码托管</a:t>
            </a:r>
            <a:br/>
            <a:r>
              <a:t>在线仓库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0175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1546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🟢 GitHub Pages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520439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6118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免费托管</a:t>
            </a:r>
            <a:br/>
            <a:r>
              <a:t>永久公网访问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91440"/>
            <a:ext cx="320040" cy="320040"/>
          </a:xfrm>
          <a:prstGeom prst="ellipse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南宁美食推荐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美食内容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384048"/>
            <a:ext cx="640080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功能特色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Microsoft YaHei"/>
              </a:defRPr>
            </a:pPr>
            <a:r>
              <a:t>▶ 美食内容 · 12道经典南宁美食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1463040" cy="274320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🍜 米粉类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8288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老友粉</a:t>
            </a:r>
            <a:br/>
            <a:r>
              <a:t>生榨米粉</a:t>
            </a:r>
            <a:br/>
            <a:r>
              <a:t>卷筒粉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1097280" cy="32004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南宁灵魂食物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1188720"/>
            <a:ext cx="1463040" cy="274320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🥘 硬菜大餐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18288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柠檬鸭</a:t>
            </a:r>
            <a:br/>
            <a:r>
              <a:t>横县鱼生</a:t>
            </a:r>
            <a:br/>
            <a:r>
              <a:t>南宁烧烤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3200400"/>
            <a:ext cx="1097280" cy="32004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宴客必点硬菜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59" y="1188720"/>
            <a:ext cx="1463040" cy="274320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79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🥟 小吃点心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79" y="18288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粉饺</a:t>
            </a:r>
            <a:br/>
            <a:r>
              <a:t>五色糯米饭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3200400"/>
            <a:ext cx="1097280" cy="32004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街头经典味道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19" y="1188720"/>
            <a:ext cx="1463040" cy="274320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39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🥒 酸嘢腌渍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39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39" y="18288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酸嘢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599" y="3200400"/>
            <a:ext cx="1097280" cy="32004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599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酸甜脆爽开胃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1188720"/>
            <a:ext cx="1463040" cy="274320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800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🍹 甜品饮品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18288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凉茶 龟苓膏</a:t>
            </a:r>
            <a:br/>
            <a:r>
              <a:t>八宝饭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59" y="3200400"/>
            <a:ext cx="1097280" cy="32004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59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清热解暑养生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C528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480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道美食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C52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4480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大分类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C52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4480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条路线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599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C52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599" y="4480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文化板块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C5282"/>
                </a:solidFill>
                <a:latin typeface="Microsoft YaHei"/>
              </a:defRPr>
            </a:pPr>
            <a:r>
              <a:t>⭐⭐⭐⭐⭐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4480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高评分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91440"/>
            <a:ext cx="320040" cy="320040"/>
          </a:xfrm>
          <a:prstGeom prst="ellipse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南宁美食推荐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美食内容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功能特色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384048"/>
            <a:ext cx="640080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Microsoft YaHei"/>
              </a:defRPr>
            </a:pPr>
            <a:r>
              <a:t>▶ 功能特色 · 交互体验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325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🔍 智能搜索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783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支持美食名称、描述、分类的模糊实时搜索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11887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1325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🏷️ 分类筛选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783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5大分类标签，一键过滤，快速定位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1887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325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🪟 详情弹窗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91640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783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点击卡片弹出详情，含介绍、店铺、评分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0175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1546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🗺️ 美食路线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520439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6118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3条精心规划的一日游美食探索路线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30175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31546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📖 美食文化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3520439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36118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6大板块介绍南宁饮食文化特色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017520"/>
            <a:ext cx="2560320" cy="14630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1546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📱 响应式设计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520439"/>
            <a:ext cx="91440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6118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手机/平板/电脑完美适配，汉堡菜单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91440"/>
            <a:ext cx="320040" cy="320040"/>
          </a:xfrm>
          <a:prstGeom prst="ellipse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南宁美食推荐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美食内容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功能特色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384048"/>
            <a:ext cx="640080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Microsoft YaHei"/>
              </a:defRPr>
            </a:pPr>
            <a:r>
              <a:t>▶ 设计亮点 · 视觉与交互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8046720" cy="59436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1188720"/>
            <a:ext cx="45720" cy="5943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温暖米色调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50876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整体配色以温暖米色、奶油色为主，红、金、绿点缀，营造亲切的美食氛围。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920240"/>
            <a:ext cx="8046720" cy="59436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1920240"/>
            <a:ext cx="45720" cy="5943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渐变卡片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24028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每道美食使用独特双色渐变背景+大号Emoji+点阵纹理，视觉出彩。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651760"/>
            <a:ext cx="8046720" cy="59436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651760"/>
            <a:ext cx="45720" cy="5943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悬停动画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97180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卡片悬停Emoji放大旋转、卡片上浮、阴影加深，细节精致。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83280"/>
            <a:ext cx="8046720" cy="59436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383280"/>
            <a:ext cx="45720" cy="5943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固定导航栏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70332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毛玻璃效果固定导航，滚动自动收缩，点击平滑跳转。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114800"/>
            <a:ext cx="8046720" cy="59436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114800"/>
            <a:ext cx="45720" cy="5943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Microsoft YaHei"/>
              </a:defRPr>
            </a:pPr>
            <a:r>
              <a:t>移动端适配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43484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汉堡菜单、卡片自适应、触摸优化，手机端体验出色。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91440"/>
            <a:ext cx="320040" cy="320040"/>
          </a:xfrm>
          <a:prstGeom prst="ellipse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南宁美食推荐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美食内容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功能特色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84048"/>
            <a:ext cx="640080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Microsoft YaHei"/>
              </a:defRPr>
            </a:pPr>
            <a:r>
              <a:t>▶ 部署上线 · GitHub Pages 永久托管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1188720"/>
            <a:ext cx="457200" cy="4572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188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182C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828800"/>
            <a:ext cx="1463040" cy="137160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748"/>
                </a:solidFill>
                <a:latin typeface="Microsoft YaHei"/>
              </a:defRPr>
            </a:pPr>
            <a:r>
              <a:t>本地开发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2240280"/>
            <a:ext cx="6400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3317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编写HTML/CSS/JS</a:t>
            </a:r>
            <a:br/>
            <a:r>
              <a:t>单文件完成所有功能</a:t>
            </a:r>
          </a:p>
        </p:txBody>
      </p:sp>
      <p:sp>
        <p:nvSpPr>
          <p:cNvPr id="23" name="Oval 22"/>
          <p:cNvSpPr/>
          <p:nvPr/>
        </p:nvSpPr>
        <p:spPr>
          <a:xfrm>
            <a:off x="2697480" y="1188720"/>
            <a:ext cx="457200" cy="4572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1188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182C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1828800"/>
            <a:ext cx="1463040" cy="137160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3160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748"/>
                </a:solidFill>
                <a:latin typeface="Microsoft YaHei"/>
              </a:defRPr>
            </a:pPr>
            <a:r>
              <a:t>Git初始化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2240280"/>
            <a:ext cx="6400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3317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安装Git → git init</a:t>
            </a:r>
            <a:br/>
            <a:r>
              <a:t>→ git commit</a:t>
            </a:r>
          </a:p>
        </p:txBody>
      </p:sp>
      <p:sp>
        <p:nvSpPr>
          <p:cNvPr id="30" name="Oval 29"/>
          <p:cNvSpPr/>
          <p:nvPr/>
        </p:nvSpPr>
        <p:spPr>
          <a:xfrm>
            <a:off x="4434840" y="1188720"/>
            <a:ext cx="457200" cy="4572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188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182C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1828800"/>
            <a:ext cx="1463040" cy="137160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748"/>
                </a:solidFill>
                <a:latin typeface="Microsoft YaHei"/>
              </a:defRPr>
            </a:pPr>
            <a:r>
              <a:t>GitHub仓库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2240280"/>
            <a:ext cx="6400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0520" y="23317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创建仓库 → 推送代码</a:t>
            </a:r>
            <a:br/>
            <a:r>
              <a:t>→ 生成Token认证</a:t>
            </a:r>
          </a:p>
        </p:txBody>
      </p:sp>
      <p:sp>
        <p:nvSpPr>
          <p:cNvPr id="37" name="Oval 36"/>
          <p:cNvSpPr/>
          <p:nvPr/>
        </p:nvSpPr>
        <p:spPr>
          <a:xfrm>
            <a:off x="6172199" y="1188720"/>
            <a:ext cx="457200" cy="4572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199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79" y="1188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182C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06440" y="1828800"/>
            <a:ext cx="1463040" cy="137160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79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748"/>
                </a:solidFill>
                <a:latin typeface="Microsoft YaHei"/>
              </a:defRPr>
            </a:pPr>
            <a:r>
              <a:t>GitHub Pages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59" y="2240280"/>
            <a:ext cx="6400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97879" y="23317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开启Pages功能</a:t>
            </a:r>
            <a:br/>
            <a:r>
              <a:t>自动构建部署</a:t>
            </a:r>
          </a:p>
        </p:txBody>
      </p:sp>
      <p:sp>
        <p:nvSpPr>
          <p:cNvPr id="44" name="Oval 43"/>
          <p:cNvSpPr/>
          <p:nvPr/>
        </p:nvSpPr>
        <p:spPr>
          <a:xfrm>
            <a:off x="7909560" y="1188720"/>
            <a:ext cx="457200" cy="4572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1828800"/>
            <a:ext cx="1463040" cy="137160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5240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748"/>
                </a:solidFill>
                <a:latin typeface="Microsoft YaHei"/>
              </a:defRPr>
            </a:pPr>
            <a:r>
              <a:t>永久访问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18119" y="2240280"/>
            <a:ext cx="640080" cy="1828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23317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获得永久URL</a:t>
            </a:r>
            <a:br/>
            <a:r>
              <a:t>随时分享给任何人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3474720"/>
            <a:ext cx="8046720" cy="7315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  <a:latin typeface="Microsoft YaHei"/>
              </a:defRPr>
            </a:pPr>
            <a:r>
              <a:t>🎯 最终成果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282"/>
                </a:solidFill>
                <a:latin typeface="Microsoft YaHei"/>
              </a:defRPr>
            </a:pPr>
            <a:r>
              <a:t>🔗 https://liuclick.github.io/nanning-food/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91440"/>
            <a:ext cx="320040" cy="320040"/>
          </a:xfrm>
          <a:prstGeom prst="ellipse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南宁美食推荐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美食内容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功能特色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384048"/>
            <a:ext cx="640080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Microsoft YaHei"/>
              </a:defRPr>
            </a:pPr>
            <a:r>
              <a:t>▶ 项目总结 · AI协作开发过程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8046720" cy="5486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128016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1234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需求分析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1481328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用户提出"制作南宁美食推荐网址"，AI分析需求并设计完整方案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874519"/>
            <a:ext cx="8046720" cy="5486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196596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19202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代码生成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2167127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AI一次性生成完整HTML页面，包含CSS样式、JS逻辑、12道美食数据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60320"/>
            <a:ext cx="8046720" cy="5486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265176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26060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迭代优化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2852927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根据反馈添加分类标签、搜索功能、响应式设计、回到顶部、图片方案等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246120"/>
            <a:ext cx="8046720" cy="5486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333756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2918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3538727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安装Git → 创建GitHub仓库 → 配置Pages → 获得永久URL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931920"/>
            <a:ext cx="8046720" cy="54864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4023359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0233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39776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PPT生成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4224528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使用python-pptx库自动生成项目演示PPT，总结全过程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91440"/>
            <a:ext cx="320040" cy="320040"/>
          </a:xfrm>
          <a:prstGeom prst="ellipse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南宁美食推荐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美食内容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功能特色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AED4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5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384048"/>
            <a:ext cx="640080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Microsoft YaHei"/>
              </a:defRPr>
            </a:pPr>
            <a:r>
              <a:t>▶ 项目总结 · 成果回顾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8046720" cy="4114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2344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Microsoft YaHei"/>
              </a:defRPr>
            </a:pPr>
            <a:r>
              <a:t>📄 单文件 HTML 实现完整美食推荐网站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691640"/>
            <a:ext cx="8046720" cy="4114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Microsoft YaHei"/>
              </a:defRPr>
            </a:pPr>
            <a:r>
              <a:t>🎨 纯 CSS 渐变 + Emoji 打造精美视觉设计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194560"/>
            <a:ext cx="8046720" cy="4114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2402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Microsoft YaHei"/>
              </a:defRPr>
            </a:pPr>
            <a:r>
              <a:t>📱 响应式设计，手机/平板/电脑三端完美适配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697480"/>
            <a:ext cx="8046720" cy="4114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Microsoft YaHei"/>
              </a:defRPr>
            </a:pPr>
            <a:r>
              <a:t>🔍 搜索 + 分类筛选 + 详情弹窗，交互丰富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00400"/>
            <a:ext cx="8046720" cy="4114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Microsoft YaHei"/>
              </a:defRPr>
            </a:pPr>
            <a:r>
              <a:t>🚀 GitHub Pages 永久免费托管，公网可访问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03320"/>
            <a:ext cx="8046720" cy="41148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Microsoft YaHei"/>
              </a:defRPr>
            </a:pPr>
            <a:r>
              <a:t>🤖 AI 全程辅助开发，从零到上线完整流程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51960"/>
            <a:ext cx="8046720" cy="45720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🌐  公网访问地址：https://liuclick.github.io/nanning-food/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3200400"/>
            <a:ext cx="731520" cy="73152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3748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18096"/>
                </a:solidFill>
                <a:latin typeface="Microsoft YaHei"/>
              </a:defRPr>
            </a:pPr>
            <a:r>
              <a:t>T H A N K   Y O 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Microsoft YaHei"/>
              </a:defRPr>
            </a:pPr>
            <a:r>
              <a:t>"用美食感受南宁的城市温度"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项目: 南宁美食推荐  |  访问: liuclick.github.io/nanning-food  |  周期: 2026年6月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8096"/>
                </a:solidFill>
                <a:latin typeface="Microsoft YaHei"/>
              </a:defRPr>
            </a:pPr>
            <a:r>
              <a:t>南宁美食推荐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7070</Words>
  <Application>WPS 演示</Application>
  <PresentationFormat>On-screen Show (16:9)</PresentationFormat>
  <Paragraphs>1298</Paragraphs>
  <Slides>29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Courier New</vt:lpstr>
      <vt:lpstr>Courier New</vt:lpstr>
      <vt:lpstr>Courier New</vt:lpstr>
      <vt:lpstr>黑体</vt:lpstr>
      <vt:lpstr>楷体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贩售快乐</cp:lastModifiedBy>
  <cp:revision>3</cp:revision>
  <dcterms:created xsi:type="dcterms:W3CDTF">2026-06-15T14:21:00Z</dcterms:created>
  <dcterms:modified xsi:type="dcterms:W3CDTF">2026-06-15T15:39:17Z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539AC7E38CD1491F86E273E7F61A5E99_12</vt:lpwstr>
  </property>
</Properties>
</file>